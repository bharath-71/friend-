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11" Type="http://schemas.openxmlformats.org/officeDocument/2006/relationships/slide" Target="slides/slide6.xml"/><Relationship Id="rId22" Type="http://schemas.openxmlformats.org/officeDocument/2006/relationships/font" Target="fonts/Lato-bold.fntdata"/><Relationship Id="rId10" Type="http://schemas.openxmlformats.org/officeDocument/2006/relationships/slide" Target="slides/slide5.xml"/><Relationship Id="rId21" Type="http://schemas.openxmlformats.org/officeDocument/2006/relationships/font" Target="fonts/Lato-regular.fntdata"/><Relationship Id="rId13" Type="http://schemas.openxmlformats.org/officeDocument/2006/relationships/slide" Target="slides/slide8.xml"/><Relationship Id="rId24" Type="http://schemas.openxmlformats.org/officeDocument/2006/relationships/font" Target="fonts/Lato-boldItalic.fntdata"/><Relationship Id="rId12" Type="http://schemas.openxmlformats.org/officeDocument/2006/relationships/slide" Target="slides/slide7.xml"/><Relationship Id="rId23" Type="http://schemas.openxmlformats.org/officeDocument/2006/relationships/font" Target="fonts/La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italic.fntdata"/><Relationship Id="rId6" Type="http://schemas.openxmlformats.org/officeDocument/2006/relationships/slide" Target="slides/slide1.xml"/><Relationship Id="rId18" Type="http://schemas.openxmlformats.org/officeDocument/2006/relationships/font" Target="fonts/Ralew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c6f73a04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c6f73a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c6f73a04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c6f73a04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c6f73a04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c6f73a04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c6f73a04f_0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c6f73a04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c6f73a04f_0_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c6f73a04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c6f73a04f_0_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c6f73a04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c6f73a04f_0_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c6f73a04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c6f73a04f_0_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c6f73a04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c6f73a04f_0_4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c6f73a04f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c6f73a04f_0_4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c6f73a04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42a5dbf6b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c42a5dbf6b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FRIEND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679202" y="257175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Human Emotion Detection and Emotion-Aware Chatbot Using Computer Vision and AI</a:t>
            </a:r>
            <a:endParaRPr sz="2400"/>
          </a:p>
        </p:txBody>
      </p:sp>
      <p:sp>
        <p:nvSpPr>
          <p:cNvPr id="88" name="Google Shape;88;p13"/>
          <p:cNvSpPr txBox="1"/>
          <p:nvPr/>
        </p:nvSpPr>
        <p:spPr>
          <a:xfrm>
            <a:off x="6824075" y="3899850"/>
            <a:ext cx="19872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By,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Anto Jebin 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Bharath venancious 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Muhammad Awf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Sharooq Ahmed 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7800" y="255125"/>
            <a:ext cx="7688400" cy="8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PROBLEM STATEMENT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727800" y="1946925"/>
            <a:ext cx="5855100" cy="26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/>
              <a:t>📝 Content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Many people experience </a:t>
            </a:r>
            <a:r>
              <a:rPr b="1" lang="en" sz="1100"/>
              <a:t>stress, sadness, and anger</a:t>
            </a:r>
            <a:r>
              <a:rPr lang="en" sz="1100"/>
              <a:t> but do not express it openly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Traditional chatbots respond </a:t>
            </a:r>
            <a:r>
              <a:rPr b="1" lang="en" sz="1100"/>
              <a:t>without understanding emotions</a:t>
            </a:r>
            <a:br>
              <a:rPr b="1" lang="en" sz="1100"/>
            </a:b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Manual emotion detection is </a:t>
            </a:r>
            <a:r>
              <a:rPr b="1" lang="en" sz="1100"/>
              <a:t>not scalable and inaccurate</a:t>
            </a:r>
            <a:br>
              <a:rPr b="1" lang="en" sz="1100"/>
            </a:b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👉 There is a need for a system that can </a:t>
            </a:r>
            <a:r>
              <a:rPr b="1" lang="en" sz="1100"/>
              <a:t>automatically understand human emotions</a:t>
            </a:r>
            <a:r>
              <a:rPr lang="en" sz="1100"/>
              <a:t> using facial expressions and text.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 OF THE PROJECT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📝 Content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Detect human emotions using </a:t>
            </a:r>
            <a: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live webcam video</a:t>
            </a:r>
            <a:b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Analyze emotions from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text messages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Classify emotions such as: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Happy, Sad, Angry, Neutral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emotion-based chatbot responses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Convert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negative emotions into positive mood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OVERVIEW</a:t>
            </a:r>
            <a:endParaRPr/>
          </a:p>
        </p:txBody>
      </p:sp>
      <p:sp>
        <p:nvSpPr>
          <p:cNvPr id="106" name="Google Shape;106;p16"/>
          <p:cNvSpPr txBox="1"/>
          <p:nvPr/>
        </p:nvSpPr>
        <p:spPr>
          <a:xfrm>
            <a:off x="729450" y="1853850"/>
            <a:ext cx="5541900" cy="3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/>
              <a:t>📝 Content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The system works in </a:t>
            </a:r>
            <a:r>
              <a:rPr b="1" lang="en" sz="1100"/>
              <a:t>three major stages</a:t>
            </a:r>
            <a:r>
              <a:rPr lang="en" sz="1100"/>
              <a:t>: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AutoNum type="arabicPeriod"/>
            </a:pPr>
            <a:r>
              <a:rPr b="1" lang="en" sz="1100"/>
              <a:t>Input Layer</a:t>
            </a:r>
            <a:endParaRPr b="1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Live camera feed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User text input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en" sz="1100"/>
              <a:t>Processing Layer</a:t>
            </a:r>
            <a:endParaRPr b="1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Face detection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Emotion classification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en" sz="1100"/>
              <a:t>Response Layer</a:t>
            </a:r>
            <a:endParaRPr b="1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Chatbot replies based on emotion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730000" y="1318650"/>
            <a:ext cx="45591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TECHNOLOGIES USED</a:t>
            </a:r>
            <a:endParaRPr/>
          </a:p>
        </p:txBody>
      </p:sp>
      <p:sp>
        <p:nvSpPr>
          <p:cNvPr id="112" name="Google Shape;112;p17"/>
          <p:cNvSpPr txBox="1"/>
          <p:nvPr/>
        </p:nvSpPr>
        <p:spPr>
          <a:xfrm>
            <a:off x="939675" y="2280450"/>
            <a:ext cx="6497100" cy="26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/>
              <a:t>📝 Content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Python</a:t>
            </a:r>
            <a:r>
              <a:rPr lang="en" sz="1100"/>
              <a:t> – Core programming language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OpenCV</a:t>
            </a:r>
            <a:r>
              <a:rPr lang="en" sz="1100"/>
              <a:t> – Live video capture &amp; face detection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Streamlit</a:t>
            </a:r>
            <a:r>
              <a:rPr lang="en" sz="1100"/>
              <a:t> – Web-based user interface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Deep Learning Model</a:t>
            </a:r>
            <a:r>
              <a:rPr lang="en" sz="1100"/>
              <a:t> – Emotion classification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NumPy</a:t>
            </a:r>
            <a:r>
              <a:rPr lang="en" sz="1100"/>
              <a:t> – Image and data processing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/>
        </p:nvSpPr>
        <p:spPr>
          <a:xfrm>
            <a:off x="745400" y="1414425"/>
            <a:ext cx="6497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SYSTEM ARCHITECTURE</a:t>
            </a:r>
            <a:endParaRPr b="1" sz="3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5208700" y="568450"/>
            <a:ext cx="3558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1020575" y="2468950"/>
            <a:ext cx="6497100" cy="18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/>
              <a:t>Text: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Input Layer: Camera + Text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Processing Layer: Face &amp; Emotion Modules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Output Layer: Emotion + Response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Face &amp; Emotion Detection</a:t>
            </a:r>
            <a:endParaRPr/>
          </a:p>
        </p:txBody>
      </p:sp>
      <p:pic>
        <p:nvPicPr>
          <p:cNvPr id="125" name="Google Shape;125;p19" title="Screenshot 2026-02-05 112705.png"/>
          <p:cNvPicPr preferRelativeResize="0"/>
          <p:nvPr/>
        </p:nvPicPr>
        <p:blipFill rotWithShape="1">
          <a:blip r:embed="rId3">
            <a:alphaModFix/>
          </a:blip>
          <a:srcRect b="0" l="2088" r="2098" t="0"/>
          <a:stretch/>
        </p:blipFill>
        <p:spPr>
          <a:xfrm>
            <a:off x="5355300" y="1069050"/>
            <a:ext cx="3005395" cy="300539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9"/>
          <p:cNvSpPr txBox="1"/>
          <p:nvPr/>
        </p:nvSpPr>
        <p:spPr>
          <a:xfrm>
            <a:off x="859350" y="2702950"/>
            <a:ext cx="3615000" cy="14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Text: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OpenCV for face detection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Emotion classified from facial expressions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Green bounding box on detected face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idx="4294967295" type="title"/>
          </p:nvPr>
        </p:nvSpPr>
        <p:spPr>
          <a:xfrm>
            <a:off x="0" y="1293625"/>
            <a:ext cx="9144000" cy="761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Chatbot Design</a:t>
            </a:r>
            <a:endParaRPr>
              <a:solidFill>
                <a:schemeClr val="lt2"/>
              </a:solidFill>
            </a:endParaRPr>
          </a:p>
        </p:txBody>
      </p:sp>
      <p:cxnSp>
        <p:nvCxnSpPr>
          <p:cNvPr id="132" name="Google Shape;132;p20"/>
          <p:cNvCxnSpPr/>
          <p:nvPr/>
        </p:nvCxnSpPr>
        <p:spPr>
          <a:xfrm>
            <a:off x="4295550" y="2693400"/>
            <a:ext cx="552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p20"/>
          <p:cNvSpPr txBox="1"/>
          <p:nvPr/>
        </p:nvSpPr>
        <p:spPr>
          <a:xfrm>
            <a:off x="1264975" y="2571750"/>
            <a:ext cx="6454500" cy="18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Text: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Accepts user text input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Uses detected emotion as context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Generates empathetic responses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" name="Google Shape;134;p20"/>
          <p:cNvSpPr txBox="1"/>
          <p:nvPr/>
        </p:nvSpPr>
        <p:spPr>
          <a:xfrm>
            <a:off x="1959725" y="3838400"/>
            <a:ext cx="6454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65925" y="393675"/>
            <a:ext cx="9078000" cy="676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Implementation &amp; Tools</a:t>
            </a:r>
            <a:endParaRPr sz="4800"/>
          </a:p>
        </p:txBody>
      </p:sp>
      <p:sp>
        <p:nvSpPr>
          <p:cNvPr id="140" name="Google Shape;140;p21"/>
          <p:cNvSpPr txBox="1"/>
          <p:nvPr/>
        </p:nvSpPr>
        <p:spPr>
          <a:xfrm>
            <a:off x="1052050" y="1967000"/>
            <a:ext cx="6454500" cy="22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/>
              <a:t>Text: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Python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OpenCV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Streamlit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NumPy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type="title"/>
          </p:nvPr>
        </p:nvSpPr>
        <p:spPr>
          <a:xfrm>
            <a:off x="405025" y="657525"/>
            <a:ext cx="58803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Results &amp; Applications</a:t>
            </a:r>
            <a:endParaRPr sz="3000"/>
          </a:p>
        </p:txBody>
      </p:sp>
      <p:sp>
        <p:nvSpPr>
          <p:cNvPr id="146" name="Google Shape;146;p22"/>
          <p:cNvSpPr txBox="1"/>
          <p:nvPr/>
        </p:nvSpPr>
        <p:spPr>
          <a:xfrm>
            <a:off x="637425" y="1825250"/>
            <a:ext cx="6454500" cy="14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Text: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Real-time emotion detection achieved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Stable performance on low-end system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&amp; Future Scope</a:t>
            </a:r>
            <a:endParaRPr/>
          </a:p>
        </p:txBody>
      </p:sp>
      <p:sp>
        <p:nvSpPr>
          <p:cNvPr id="152" name="Google Shape;152;p23"/>
          <p:cNvSpPr txBox="1"/>
          <p:nvPr/>
        </p:nvSpPr>
        <p:spPr>
          <a:xfrm>
            <a:off x="850350" y="2564850"/>
            <a:ext cx="6454500" cy="31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Text: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Emotion-aware interaction achieved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Improves user experience</a:t>
            </a:r>
            <a:br>
              <a:rPr lang="en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Future: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Voice emotion detection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Deep learning models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Mobile deployment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